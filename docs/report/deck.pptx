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 Say honestly that problem size is a hypothesis.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Extraction (30 synthetic products, 10 holdout, gemini-3.5-flash-lite): 100% parse, dims within 1 cm 100%, honesty on no-info products 100%, estimated-size error 12.9% in the latest run (14.3% in the first; holdout 16.1% vs 18.2%, only 4 products; LLM run-to-run variation; one fragile false positive in run 2), so the 15% margin stands.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20 of 20 on the hardest exact-fill cases, and the naive baseline breaks a rule in 20 of 28 layouts. We do not claim savings. Extraction: 100% parse, dims within 1 cm 100%, honesty 100%, estimated-dim error 12.9% (first run 14.3%; holdout 16.1% vs 18.2%, run-to-run variation).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Live URL is final: https://rassah.vercel.app.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change reaches main without CI and a teammate's review on a live preview. Production problems come back through the dashboard as issues. Full diagram: docs/report/diagram-dev-flow.png.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18" name="txt-2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Problem size is a hypothesis we have not measured. Merchant outreach: docs/discovery.md.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eval, two runs: holdout 16.1%, all 12.9%).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demo-key-63"/>
          <p:cNvSpPr/>
          <p:nvPr/>
        </p:nvSpPr>
        <p:spPr>
          <a:xfrm>
            <a:off x="548640" y="1188720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txt-64"/>
          <p:cNvSpPr txBox="1"/>
          <p:nvPr/>
        </p:nvSpPr>
        <p:spPr>
          <a:xfrm>
            <a:off x="548640" y="1188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1645920" y="1097280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8" name="demo-key-67"/>
          <p:cNvSpPr/>
          <p:nvPr/>
        </p:nvSpPr>
        <p:spPr>
          <a:xfrm>
            <a:off x="548640" y="1847088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9" name="txt-68"/>
          <p:cNvSpPr txBox="1"/>
          <p:nvPr/>
        </p:nvSpPr>
        <p:spPr>
          <a:xfrm>
            <a:off x="548640" y="184708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1645920" y="1755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demo-key-71"/>
          <p:cNvSpPr/>
          <p:nvPr/>
        </p:nvSpPr>
        <p:spPr>
          <a:xfrm>
            <a:off x="548640" y="2505456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txt-72"/>
          <p:cNvSpPr txBox="1"/>
          <p:nvPr/>
        </p:nvSpPr>
        <p:spPr>
          <a:xfrm>
            <a:off x="548640" y="250545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1645920" y="2414016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6" name="demo-key-75"/>
          <p:cNvSpPr/>
          <p:nvPr/>
        </p:nvSpPr>
        <p:spPr>
          <a:xfrm>
            <a:off x="548640" y="3163824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7" name="txt-76"/>
          <p:cNvSpPr txBox="1"/>
          <p:nvPr/>
        </p:nvSpPr>
        <p:spPr>
          <a:xfrm>
            <a:off x="548640" y="3163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1645920" y="3072384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45720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demo-key-79"/>
          <p:cNvSpPr/>
          <p:nvPr/>
        </p:nvSpPr>
        <p:spPr>
          <a:xfrm>
            <a:off x="548640" y="3822192"/>
            <a:ext cx="100584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1" name="txt-80"/>
          <p:cNvSpPr txBox="1"/>
          <p:nvPr/>
        </p:nvSpPr>
        <p:spPr>
          <a:xfrm>
            <a:off x="548640" y="38221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1645920" y="3730752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backup screenshots in docs/report/screens/.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pic>
        <p:nvPicPr>
          <p:cNvPr id="26" name="img-order-1002" descr="02-order-1002-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602486"/>
            <a:ext cx="3474720" cy="217170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40 / 40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20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20, then 15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20 / 28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(30 products, holdout 10): 100% parse, dims ±1 cm 100%, honesty 100%, estimated-dim error 13%.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eval/results/packing-2026-10-21-engine-0.2.json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  <p:txBody>
          <a:bodyPr/>
          <a:p/>
        </p:txBody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pic>
        <p:nvPicPr>
          <p:cNvPr id="28" name="img-monitoring" descr="04-monito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5855"/>
            <a:ext cx="3931920" cy="2457450"/>
          </a:xfrm>
          <a:prstGeom prst="rect">
            <a:avLst/>
          </a:prstGeom>
          <a:ln w="9525">
            <a:solidFill>
              <a:srgbClr val="C8C8C8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(finds 20 / 20 exact fills, but time-bounded)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https://rassah.vercel.app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Branch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feat/… fix/…</a:t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npm run check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Vercel preview</a:t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Teammate review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preview URL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Merge to main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branch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merging.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  <p:txBody>
          <a:bodyPr/>
          <a:p/>
        </p:txBody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  <p:txBody>
          <a:bodyPr/>
          <a:p/>
        </p:txBody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  <p:txBody>
          <a:bodyPr/>
          <a:p/>
        </p:txBody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(30 products),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152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previews,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
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Do not quote extraction accuracy: those numbers are pending real Gemini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15 of 20 on the hardest exact-fill cases, and the naive baseline breaks a rule in 27 of 35 layouts. We do not claim savings. Extraction accuracy numbers are pending; do not quote 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Replace https://rassah.vercel.app with the Vercel production URL before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change reaches main without CI and a teammate's review on a live preview. Production problems come back through the dashboard as issues. Full diagram: docs/report/diagram-dev-flow.png.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 pending).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94360" y="1188720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94360" y="1188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2103120" y="1097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94360" y="1847088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94360" y="18470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2103120" y="17556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94360" y="2505456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94360" y="2505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2103120" y="241401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94360" y="3163824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94360" y="316382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2103120" y="3072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94360" y="3822192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94360" y="38221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2103120" y="37307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screenshots in docs/report/screens/ (to be captured before Thursday).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35 / 35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27 / 35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eval: pending real Gemini runs.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eval/results/packing-2026-10-20-engine-0.1.json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3" name="dashboard-placeholder"/>
          <p:cNvSpPr/>
          <p:nvPr/>
        </p:nvSpPr>
        <p:spPr>
          <a:xfrm>
            <a:off x="457200" y="1097280"/>
            <a:ext cx="39319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  <p:txBody>
          <a:bodyPr/>
          <a:p/>
        </p:txBody>
      </p:sp>
      <p:sp>
        <p:nvSpPr>
          <p:cNvPr id="4" name="txt-97"/>
          <p:cNvSpPr txBox="1"/>
          <p:nvPr/>
        </p:nvSpPr>
        <p:spPr>
          <a:xfrm>
            <a:off x="640080" y="109728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 screenshot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(capture from /monitoring on the deployed app)</a:t>
            </a:r>
            <a:endParaRPr lang="en-US" sz="13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(5 / 20 exact fills missed)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Branch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feat/… fix/…</a:t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npm run check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Vercel preview</a:t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Teammate review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preview URL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Merge to main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branch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merging.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(pending),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107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previews,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